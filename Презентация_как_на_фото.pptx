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компьютера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Процессор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Оперативная</a:t>
            </a:r>
          </a:p>
          <a:p>
            <a:pPr>
              <a:defRPr sz="1200"/>
            </a:pPr>
            <a:r>
              <a:t>память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74320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Магистраль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Устройства</a:t>
            </a:r>
          </a:p>
          <a:p>
            <a:pPr>
              <a:defRPr sz="1200"/>
            </a:pPr>
            <a:r>
              <a:t>ввода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84048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Долговременная</a:t>
            </a:r>
          </a:p>
          <a:p>
            <a:pPr>
              <a:defRPr sz="1200"/>
            </a:pPr>
            <a:r>
              <a:t>память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840480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Устройства</a:t>
            </a:r>
          </a:p>
          <a:p>
            <a:pPr>
              <a:defRPr sz="1200"/>
            </a:pPr>
            <a:r>
              <a:t>вывода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Процессор Pentium Extreme Edition содержит 376000000 элементов.</a:t>
            </a:r>
          </a:p>
          <a:p>
            <a:pPr>
              <a:defRPr sz="1800"/>
            </a:pPr>
            <a:r>
              <a:t>• Обладает быстродействием 3,7 миллиарда операций в секунду.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Оперативная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Модули оперативной памяти могут быть различных типов DDR, DDR2 и другие.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Устройства ввода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Клавиатура</a:t>
            </a:r>
          </a:p>
          <a:p>
            <a:pPr>
              <a:defRPr sz="1800"/>
            </a:pPr>
            <a:r>
              <a:t>• Мышь</a:t>
            </a:r>
          </a:p>
          <a:p>
            <a:pPr>
              <a:defRPr sz="1800"/>
            </a:pPr>
            <a:r>
              <a:t>• Графический планшет</a:t>
            </a:r>
          </a:p>
          <a:p>
            <a:pPr>
              <a:defRPr sz="1800"/>
            </a:pPr>
            <a:r>
              <a:t>• Сканер</a:t>
            </a:r>
          </a:p>
          <a:p>
            <a:pPr>
              <a:defRPr sz="1800"/>
            </a:pPr>
            <a:r>
              <a:t>• Цифровая камера</a:t>
            </a:r>
          </a:p>
          <a:p>
            <a:pPr>
              <a:defRPr sz="1800"/>
            </a:pPr>
            <a:r>
              <a:t>• Микрофон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